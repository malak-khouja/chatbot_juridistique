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C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8C85FC-1800-E344-867D-9B041B19E7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0BC235-403F-6E00-5453-D33BF5BC3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08E103-04C1-7857-7618-4EE4EBA5B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0991-471A-477A-AFBB-56259653A933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0358E3-EDCA-8EB7-71AD-F4013EA68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777742-DAB6-3A59-480D-F583883CF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8206F-5A15-42D8-8944-9588E185DD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3826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EDD000-7344-D925-52A0-9ABEB394E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FCD0C9-E9D0-76C5-9FAF-A4948C8E3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269C4A-C4C4-1C09-79E8-70ADEC02A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0991-471A-477A-AFBB-56259653A933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B4CACD-AA05-0A8B-AFF7-9C7F7297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B34466-2FD9-CB6C-653E-71E6B9ED5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8206F-5A15-42D8-8944-9588E185DD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2208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C126C9-DF4C-CB65-F0A2-1901E973C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288B9B-F458-E994-A473-E70DF67CA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07A51E-9419-6F15-477F-B7845018D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0991-471A-477A-AFBB-56259653A933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14D5E7-1113-7567-C07E-D482D4A6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2BFC69-194A-37E3-634C-36B1341AF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8206F-5A15-42D8-8944-9588E185DD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9546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0E00E7-003A-69F6-261C-3263F0726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7FEAB6-5FED-DB22-1CD8-3279E36018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4D06895-08AF-A0C4-889C-546647036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9C98440-59A5-4449-1935-B103872F6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0991-471A-477A-AFBB-56259653A933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8AFE54D-D23F-E8AE-C830-E8338C19A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141525F-BABB-8531-D238-566A689C0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8206F-5A15-42D8-8944-9588E185DD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4206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D12D61-C41F-B63F-B882-E83EA6B8D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E87239-5D3A-87E6-581D-FF98209B1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5812512-A985-E694-2B16-D41487F91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9B21CCB-F38B-F61E-D85F-7D7546211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225F285-8872-F2B8-C7AE-72DFC84DC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231BC4B-EF10-E100-203B-F6F1A861C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0991-471A-477A-AFBB-56259653A933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686AE08-9194-F092-8D8E-777C78972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53A4AC5-2F65-2DBC-5055-9F41216F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8206F-5A15-42D8-8944-9588E185DD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7731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12F1C3-A7A5-D45B-7BBB-40303B2AA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5748E40-11D0-B143-5628-0533C606F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0991-471A-477A-AFBB-56259653A933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7DD5442-E0B2-F555-F5ED-240C375E8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340034-6BE1-0DE1-5342-F155373B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8206F-5A15-42D8-8944-9588E185DD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1633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D3BB3A9-F8CA-AED0-71DC-AE47E76B5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0991-471A-477A-AFBB-56259653A933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7BF5EC9-BCC8-0695-F4E7-03B08A46F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764966-3A7C-8417-D115-4D25A6780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8206F-5A15-42D8-8944-9588E185DD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73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6FE95E-1DC8-18EA-C38A-3F3820F9A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4D466C-4B96-771E-8C4B-1C34F6AF7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AC89546-FDCA-B302-903F-C0E0C8709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92D4575-29A3-524E-43B7-DD190F12B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0991-471A-477A-AFBB-56259653A933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E3EF9A6-DF67-A82B-DC87-23009A854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E5DC6A-D1D7-BAA7-EC7A-A15559647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8206F-5A15-42D8-8944-9588E185DD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363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BB1800-63A0-9B19-F45A-48AAAA637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87118A8-8C1E-F2AA-409C-35FF0538D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E3EE0B9-D45D-6676-4C29-2A626688D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68BD096-5276-92F7-89DB-4CA8CB12B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0991-471A-477A-AFBB-56259653A933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37F4E82-5A68-2A54-BE39-0D80466D7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342B94A-1D38-19B7-86D0-109356FB0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8206F-5A15-42D8-8944-9588E185DD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0549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F8574B-CE60-CAB0-5BDC-5D07DB8AE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5BC77BA-D69B-0F5D-D370-DE5F63C0C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06F9CB-952C-8108-BD63-F0DC334D3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0991-471A-477A-AFBB-56259653A933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5363A1A-A064-9D7C-515C-2A81FE50D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FD530E-E9A2-DB48-94FF-1B2421A0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8206F-5A15-42D8-8944-9588E185DD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7690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FFE6514-09C8-49B8-1873-99929D4495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3F7A8C7-9B50-B1CF-3E93-6F0320F61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6F24BC-1DAD-C022-B9A7-2C073BFBE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0991-471A-477A-AFBB-56259653A933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1CC2C8-F716-8719-21A6-0EAFE15FC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DEB421-6180-A604-3488-154B923EC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8206F-5A15-42D8-8944-9588E185DD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3243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1E20748-EA6C-AD96-2F22-5E9B4E8D8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0D84B43-FE63-4F72-C34D-E56433C57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A9E3DA-763B-A9A0-8A9E-2BAF30BC6A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D0991-471A-477A-AFBB-56259653A933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E78DB6-8735-FCC8-0562-3A176A1BB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B05F4A-22B0-8A11-1AFC-E37040C18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58206F-5A15-42D8-8944-9588E185DD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88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EFCE28B-7DB6-BEF1-F894-5C5E8424F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129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Image 0" descr="https://kimi-img.moonshot.cn/pub/slides/banana/19b8f3f5-a412-8c80-8000-0000bc5f1298.png?kimi-sig=xgLKYIC3rNQQVTRRqpeaIFz7EP7CAbV7S85uaCuiLQ4">
            <a:extLst>
              <a:ext uri="{FF2B5EF4-FFF2-40B4-BE49-F238E27FC236}">
                <a16:creationId xmlns:a16="http://schemas.microsoft.com/office/drawing/2014/main" id="{4D0B9E6B-1AF0-347C-D6C5-15F3DAD988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744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Image 0" descr="https://kimi-img.moonshot.cn/pub/slides/banana/19b8f5a3-4772-862a-8000-0000fd75a118.png?kimi-sig=t4w5uE5Z6pfSTgWQeze_bIevpZ8FKGGy39ImMs0zh24">
            <a:extLst>
              <a:ext uri="{FF2B5EF4-FFF2-40B4-BE49-F238E27FC236}">
                <a16:creationId xmlns:a16="http://schemas.microsoft.com/office/drawing/2014/main" id="{6A35E294-5531-768D-966D-84052ED9F0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" b="278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26DC90A-8772-7725-4EDE-3C51E17E99D4}"/>
              </a:ext>
            </a:extLst>
          </p:cNvPr>
          <p:cNvSpPr/>
          <p:nvPr/>
        </p:nvSpPr>
        <p:spPr>
          <a:xfrm>
            <a:off x="397933" y="228599"/>
            <a:ext cx="2218267" cy="516467"/>
          </a:xfrm>
          <a:prstGeom prst="rect">
            <a:avLst/>
          </a:prstGeom>
          <a:solidFill>
            <a:srgbClr val="001C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0325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1CCB8B7-036A-93E8-2F6A-6DC9DCC813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950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C4E6F55C-7B4D-6718-9114-A793A4C58C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585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C6A1DBE-14FA-B908-5CC8-7B3F1CB0AA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819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D3853BF-A717-2178-CBEF-A644922765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88369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Grand écran</PresentationFormat>
  <Paragraphs>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malak khouja</dc:creator>
  <cp:lastModifiedBy>malak khouja</cp:lastModifiedBy>
  <cp:revision>1</cp:revision>
  <dcterms:created xsi:type="dcterms:W3CDTF">2026-01-05T23:11:59Z</dcterms:created>
  <dcterms:modified xsi:type="dcterms:W3CDTF">2026-01-05T23:27:45Z</dcterms:modified>
</cp:coreProperties>
</file>